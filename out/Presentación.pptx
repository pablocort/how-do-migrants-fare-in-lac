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23" r:id="rId2"/>
    <p:sldId id="324" r:id="rId3"/>
    <p:sldId id="325" r:id="rId4"/>
    <p:sldId id="326" r:id="rId5"/>
    <p:sldId id="32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DCF85E-3D0A-409A-81C2-ECD6CF394625}" v="32" dt="2026-02-05T20:35:50.7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rtes Sanchez Pablo Andres" userId="d22e30a5-fb05-4083-a361-4d42fa9bb947" providerId="ADAL" clId="{68469FD7-3D71-4D93-A1C5-D787011A3719}"/>
    <pc:docChg chg="undo custSel addSld modSld">
      <pc:chgData name="Cortes Sanchez Pablo Andres" userId="d22e30a5-fb05-4083-a361-4d42fa9bb947" providerId="ADAL" clId="{68469FD7-3D71-4D93-A1C5-D787011A3719}" dt="2026-02-05T20:35:50.767" v="35" actId="26606"/>
      <pc:docMkLst>
        <pc:docMk/>
      </pc:docMkLst>
      <pc:sldChg chg="addSp modSp new mod">
        <pc:chgData name="Cortes Sanchez Pablo Andres" userId="d22e30a5-fb05-4083-a361-4d42fa9bb947" providerId="ADAL" clId="{68469FD7-3D71-4D93-A1C5-D787011A3719}" dt="2026-02-05T20:32:03.693" v="14" actId="1076"/>
        <pc:sldMkLst>
          <pc:docMk/>
          <pc:sldMk cId="689121274" sldId="324"/>
        </pc:sldMkLst>
        <pc:graphicFrameChg chg="add mod">
          <ac:chgData name="Cortes Sanchez Pablo Andres" userId="d22e30a5-fb05-4083-a361-4d42fa9bb947" providerId="ADAL" clId="{68469FD7-3D71-4D93-A1C5-D787011A3719}" dt="2026-02-05T20:31:50.592" v="10" actId="1076"/>
          <ac:graphicFrameMkLst>
            <pc:docMk/>
            <pc:sldMk cId="689121274" sldId="324"/>
            <ac:graphicFrameMk id="2" creationId="{6F4763FC-8664-941F-67BC-6C8D4D19074F}"/>
          </ac:graphicFrameMkLst>
        </pc:graphicFrameChg>
        <pc:graphicFrameChg chg="add mod">
          <ac:chgData name="Cortes Sanchez Pablo Andres" userId="d22e30a5-fb05-4083-a361-4d42fa9bb947" providerId="ADAL" clId="{68469FD7-3D71-4D93-A1C5-D787011A3719}" dt="2026-02-05T20:31:53.778" v="11" actId="1076"/>
          <ac:graphicFrameMkLst>
            <pc:docMk/>
            <pc:sldMk cId="689121274" sldId="324"/>
            <ac:graphicFrameMk id="3" creationId="{B25184D2-C3AC-6F4A-67D4-421C9548AE8C}"/>
          </ac:graphicFrameMkLst>
        </pc:graphicFrameChg>
        <pc:graphicFrameChg chg="add mod">
          <ac:chgData name="Cortes Sanchez Pablo Andres" userId="d22e30a5-fb05-4083-a361-4d42fa9bb947" providerId="ADAL" clId="{68469FD7-3D71-4D93-A1C5-D787011A3719}" dt="2026-02-05T20:32:03.693" v="14" actId="1076"/>
          <ac:graphicFrameMkLst>
            <pc:docMk/>
            <pc:sldMk cId="689121274" sldId="324"/>
            <ac:graphicFrameMk id="4" creationId="{C32EC2CE-D724-807B-9E9A-49439B9BA093}"/>
          </ac:graphicFrameMkLst>
        </pc:graphicFrameChg>
      </pc:sldChg>
      <pc:sldChg chg="addSp modSp new mod">
        <pc:chgData name="Cortes Sanchez Pablo Andres" userId="d22e30a5-fb05-4083-a361-4d42fa9bb947" providerId="ADAL" clId="{68469FD7-3D71-4D93-A1C5-D787011A3719}" dt="2026-02-05T20:32:28.886" v="22" actId="1076"/>
        <pc:sldMkLst>
          <pc:docMk/>
          <pc:sldMk cId="1670123613" sldId="325"/>
        </pc:sldMkLst>
        <pc:graphicFrameChg chg="add mod">
          <ac:chgData name="Cortes Sanchez Pablo Andres" userId="d22e30a5-fb05-4083-a361-4d42fa9bb947" providerId="ADAL" clId="{68469FD7-3D71-4D93-A1C5-D787011A3719}" dt="2026-02-05T20:32:19.849" v="19" actId="1076"/>
          <ac:graphicFrameMkLst>
            <pc:docMk/>
            <pc:sldMk cId="1670123613" sldId="325"/>
            <ac:graphicFrameMk id="2" creationId="{650A3B0A-FA16-FF9D-A770-8D51353DC3CA}"/>
          </ac:graphicFrameMkLst>
        </pc:graphicFrameChg>
        <pc:graphicFrameChg chg="add mod">
          <ac:chgData name="Cortes Sanchez Pablo Andres" userId="d22e30a5-fb05-4083-a361-4d42fa9bb947" providerId="ADAL" clId="{68469FD7-3D71-4D93-A1C5-D787011A3719}" dt="2026-02-05T20:32:28.886" v="22" actId="1076"/>
          <ac:graphicFrameMkLst>
            <pc:docMk/>
            <pc:sldMk cId="1670123613" sldId="325"/>
            <ac:graphicFrameMk id="3" creationId="{65C7B06B-D9C7-4C2A-8738-C4AC7500BFBE}"/>
          </ac:graphicFrameMkLst>
        </pc:graphicFrameChg>
      </pc:sldChg>
      <pc:sldChg chg="addSp modSp new mod">
        <pc:chgData name="Cortes Sanchez Pablo Andres" userId="d22e30a5-fb05-4083-a361-4d42fa9bb947" providerId="ADAL" clId="{68469FD7-3D71-4D93-A1C5-D787011A3719}" dt="2026-02-05T20:32:43.968" v="26" actId="1076"/>
        <pc:sldMkLst>
          <pc:docMk/>
          <pc:sldMk cId="2314935022" sldId="326"/>
        </pc:sldMkLst>
        <pc:graphicFrameChg chg="add mod">
          <ac:chgData name="Cortes Sanchez Pablo Andres" userId="d22e30a5-fb05-4083-a361-4d42fa9bb947" providerId="ADAL" clId="{68469FD7-3D71-4D93-A1C5-D787011A3719}" dt="2026-02-05T20:32:43.968" v="26" actId="1076"/>
          <ac:graphicFrameMkLst>
            <pc:docMk/>
            <pc:sldMk cId="2314935022" sldId="326"/>
            <ac:graphicFrameMk id="2" creationId="{4F97F9E7-E4FE-4966-4C50-240F7E65B9B1}"/>
          </ac:graphicFrameMkLst>
        </pc:graphicFrameChg>
      </pc:sldChg>
      <pc:sldChg chg="addSp delSp modSp new mod setBg">
        <pc:chgData name="Cortes Sanchez Pablo Andres" userId="d22e30a5-fb05-4083-a361-4d42fa9bb947" providerId="ADAL" clId="{68469FD7-3D71-4D93-A1C5-D787011A3719}" dt="2026-02-05T20:35:50.767" v="35" actId="26606"/>
        <pc:sldMkLst>
          <pc:docMk/>
          <pc:sldMk cId="2289034853" sldId="327"/>
        </pc:sldMkLst>
        <pc:spChg chg="add del">
          <ac:chgData name="Cortes Sanchez Pablo Andres" userId="d22e30a5-fb05-4083-a361-4d42fa9bb947" providerId="ADAL" clId="{68469FD7-3D71-4D93-A1C5-D787011A3719}" dt="2026-02-05T20:35:50.767" v="35" actId="26606"/>
          <ac:spMkLst>
            <pc:docMk/>
            <pc:sldMk cId="2289034853" sldId="327"/>
            <ac:spMk id="7" creationId="{F3060C83-F051-4F0E-ABAD-AA0DFC48B218}"/>
          </ac:spMkLst>
        </pc:spChg>
        <pc:spChg chg="add del">
          <ac:chgData name="Cortes Sanchez Pablo Andres" userId="d22e30a5-fb05-4083-a361-4d42fa9bb947" providerId="ADAL" clId="{68469FD7-3D71-4D93-A1C5-D787011A3719}" dt="2026-02-05T20:35:50.767" v="35" actId="26606"/>
          <ac:spMkLst>
            <pc:docMk/>
            <pc:sldMk cId="2289034853" sldId="327"/>
            <ac:spMk id="9" creationId="{83C98ABE-055B-441F-B07E-44F97F083C39}"/>
          </ac:spMkLst>
        </pc:spChg>
        <pc:spChg chg="add del">
          <ac:chgData name="Cortes Sanchez Pablo Andres" userId="d22e30a5-fb05-4083-a361-4d42fa9bb947" providerId="ADAL" clId="{68469FD7-3D71-4D93-A1C5-D787011A3719}" dt="2026-02-05T20:35:50.767" v="35" actId="26606"/>
          <ac:spMkLst>
            <pc:docMk/>
            <pc:sldMk cId="2289034853" sldId="327"/>
            <ac:spMk id="11" creationId="{29FDB030-9B49-4CED-8CCD-4D99382388AC}"/>
          </ac:spMkLst>
        </pc:spChg>
        <pc:spChg chg="add del">
          <ac:chgData name="Cortes Sanchez Pablo Andres" userId="d22e30a5-fb05-4083-a361-4d42fa9bb947" providerId="ADAL" clId="{68469FD7-3D71-4D93-A1C5-D787011A3719}" dt="2026-02-05T20:35:50.767" v="35" actId="26606"/>
          <ac:spMkLst>
            <pc:docMk/>
            <pc:sldMk cId="2289034853" sldId="327"/>
            <ac:spMk id="13" creationId="{3783CA14-24A1-485C-8B30-D6A5D87987AD}"/>
          </ac:spMkLst>
        </pc:spChg>
        <pc:spChg chg="add del">
          <ac:chgData name="Cortes Sanchez Pablo Andres" userId="d22e30a5-fb05-4083-a361-4d42fa9bb947" providerId="ADAL" clId="{68469FD7-3D71-4D93-A1C5-D787011A3719}" dt="2026-02-05T20:35:50.767" v="35" actId="26606"/>
          <ac:spMkLst>
            <pc:docMk/>
            <pc:sldMk cId="2289034853" sldId="327"/>
            <ac:spMk id="15" creationId="{9A97C86A-04D6-40F7-AE84-31AB43E6A846}"/>
          </ac:spMkLst>
        </pc:spChg>
        <pc:spChg chg="add del">
          <ac:chgData name="Cortes Sanchez Pablo Andres" userId="d22e30a5-fb05-4083-a361-4d42fa9bb947" providerId="ADAL" clId="{68469FD7-3D71-4D93-A1C5-D787011A3719}" dt="2026-02-05T20:35:50.767" v="35" actId="26606"/>
          <ac:spMkLst>
            <pc:docMk/>
            <pc:sldMk cId="2289034853" sldId="327"/>
            <ac:spMk id="17" creationId="{FF9F2414-84E8-453E-B1F3-389FDE8192D9}"/>
          </ac:spMkLst>
        </pc:spChg>
        <pc:spChg chg="add del">
          <ac:chgData name="Cortes Sanchez Pablo Andres" userId="d22e30a5-fb05-4083-a361-4d42fa9bb947" providerId="ADAL" clId="{68469FD7-3D71-4D93-A1C5-D787011A3719}" dt="2026-02-05T20:35:50.767" v="35" actId="26606"/>
          <ac:spMkLst>
            <pc:docMk/>
            <pc:sldMk cId="2289034853" sldId="327"/>
            <ac:spMk id="19" creationId="{3ECA69A1-7536-43AC-85EF-C7106179F5ED}"/>
          </ac:spMkLst>
        </pc:spChg>
        <pc:graphicFrameChg chg="add mod">
          <ac:chgData name="Cortes Sanchez Pablo Andres" userId="d22e30a5-fb05-4083-a361-4d42fa9bb947" providerId="ADAL" clId="{68469FD7-3D71-4D93-A1C5-D787011A3719}" dt="2026-02-05T20:35:50.767" v="35" actId="26606"/>
          <ac:graphicFrameMkLst>
            <pc:docMk/>
            <pc:sldMk cId="2289034853" sldId="327"/>
            <ac:graphicFrameMk id="2" creationId="{FD2550A9-A416-456F-CA1D-6515B8F94985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idbg-my.sharepoint.com/personal/martap_iadb_org/Documents/Equipo%20Conocimiento/Datos/hdmf/How-do-Migrants-fare-in-LAC/out/hdmf_indicators_FEB5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idbg-my.sharepoint.com/personal/martap_iadb_org/Documents/Equipo%20Conocimiento/Datos/hdmf/How-do-Migrants-fare-in-LAC/out/hdmf_indicators_FEB5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idbg-my.sharepoint.com/personal/martap_iadb_org/Documents/Equipo%20Conocimiento/Datos/hdmf/How-do-Migrants-fare-in-LAC/out/hdmf_indicators_FEB5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idbg-my.sharepoint.com/personal/martap_iadb_org/Documents/Equipo%20Conocimiento/Datos/hdmf/How-do-Migrants-fare-in-LAC/out/hdmf_indicators_FEB5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idbg-my.sharepoint.com/personal/martap_iadb_org/Documents/Equipo%20Conocimiento/Datos/hdmf/How-do-Migrants-fare-in-LAC/out/hdmf_indicators_FEB5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idbg-my.sharepoint.com/personal/martap_iadb_org/Documents/Equipo%20Conocimiento/Datos/hdmf/How-do-Migrants-fare-in-LAC/out/hdmf_indicators_FEB5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idbg-my.sharepoint.com/personal/martap_iadb_org/Documents/Equipo%20Conocimiento/Datos/hdmf/How-do-Migrants-fare-in-LAC/out/hdmf_indicators_FEB5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top_mig_contries!$D$1</c:f>
              <c:strCache>
                <c:ptCount val="1"/>
                <c:pt idx="0">
                  <c:v>percentage_CHL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top_mig_contries!$B$2:$B$12</c:f>
              <c:strCache>
                <c:ptCount val="11"/>
                <c:pt idx="0">
                  <c:v>Venezuela</c:v>
                </c:pt>
                <c:pt idx="1">
                  <c:v>Perú</c:v>
                </c:pt>
                <c:pt idx="2">
                  <c:v>Colombia</c:v>
                </c:pt>
                <c:pt idx="3">
                  <c:v>Bolivia</c:v>
                </c:pt>
                <c:pt idx="4">
                  <c:v>Haití</c:v>
                </c:pt>
                <c:pt idx="5">
                  <c:v>Argentina</c:v>
                </c:pt>
                <c:pt idx="6">
                  <c:v>Ecuador</c:v>
                </c:pt>
                <c:pt idx="7">
                  <c:v>Cuba</c:v>
                </c:pt>
                <c:pt idx="8">
                  <c:v>República Dominicana</c:v>
                </c:pt>
                <c:pt idx="9">
                  <c:v>Brasil</c:v>
                </c:pt>
                <c:pt idx="10">
                  <c:v>España</c:v>
                </c:pt>
              </c:strCache>
            </c:strRef>
          </c:cat>
          <c:val>
            <c:numRef>
              <c:f>top_mig_contries!$D$2:$D$12</c:f>
              <c:numCache>
                <c:formatCode>0.0%</c:formatCode>
                <c:ptCount val="11"/>
                <c:pt idx="0">
                  <c:v>0.4416147768497467</c:v>
                </c:pt>
                <c:pt idx="1">
                  <c:v>0.1443329453468323</c:v>
                </c:pt>
                <c:pt idx="2">
                  <c:v>0.114093504846096</c:v>
                </c:pt>
                <c:pt idx="3">
                  <c:v>9.2688053846359253E-2</c:v>
                </c:pt>
                <c:pt idx="4">
                  <c:v>4.5617144554853439E-2</c:v>
                </c:pt>
                <c:pt idx="5">
                  <c:v>4.371831938624382E-2</c:v>
                </c:pt>
                <c:pt idx="6">
                  <c:v>3.5478346049785607E-2</c:v>
                </c:pt>
                <c:pt idx="7">
                  <c:v>1.018586661666632E-2</c:v>
                </c:pt>
                <c:pt idx="8">
                  <c:v>8.9626815170049667E-3</c:v>
                </c:pt>
                <c:pt idx="9">
                  <c:v>8.7690446525812149E-3</c:v>
                </c:pt>
                <c:pt idx="10">
                  <c:v>7.1222423575818539E-3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1F-40E5-98E3-AE85C359CD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2102699440"/>
        <c:axId val="2102700880"/>
      </c:barChart>
      <c:catAx>
        <c:axId val="21026994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2700880"/>
        <c:crosses val="autoZero"/>
        <c:auto val="1"/>
        <c:lblAlgn val="ctr"/>
        <c:lblOffset val="100"/>
        <c:noMultiLvlLbl val="0"/>
      </c:catAx>
      <c:valAx>
        <c:axId val="21027008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2699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top_mig_contries!$D$37</c:f>
              <c:strCache>
                <c:ptCount val="1"/>
                <c:pt idx="0">
                  <c:v>percentage_COL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top_mig_contries!$B$38:$B$46</c:f>
              <c:strCache>
                <c:ptCount val="9"/>
                <c:pt idx="0">
                  <c:v>Venezuela</c:v>
                </c:pt>
                <c:pt idx="1">
                  <c:v>Perú</c:v>
                </c:pt>
                <c:pt idx="2">
                  <c:v>Argentina</c:v>
                </c:pt>
                <c:pt idx="3">
                  <c:v>Ecuador</c:v>
                </c:pt>
                <c:pt idx="4">
                  <c:v>Cuba</c:v>
                </c:pt>
                <c:pt idx="5">
                  <c:v>República Dominicana</c:v>
                </c:pt>
                <c:pt idx="6">
                  <c:v>Brasil</c:v>
                </c:pt>
                <c:pt idx="7">
                  <c:v>España</c:v>
                </c:pt>
                <c:pt idx="8">
                  <c:v>Estados Unidos de América</c:v>
                </c:pt>
              </c:strCache>
            </c:strRef>
          </c:cat>
          <c:val>
            <c:numRef>
              <c:f>top_mig_contries!$D$38:$D$46</c:f>
              <c:numCache>
                <c:formatCode>0.0%</c:formatCode>
                <c:ptCount val="9"/>
                <c:pt idx="0">
                  <c:v>0.9331367015838623</c:v>
                </c:pt>
                <c:pt idx="1">
                  <c:v>5.3972168825566769E-3</c:v>
                </c:pt>
                <c:pt idx="2">
                  <c:v>4.506363533437252E-3</c:v>
                </c:pt>
                <c:pt idx="3">
                  <c:v>1.156526245176792E-2</c:v>
                </c:pt>
                <c:pt idx="4">
                  <c:v>7.6149892993271351E-4</c:v>
                </c:pt>
                <c:pt idx="5">
                  <c:v>4.1740378364920616E-3</c:v>
                </c:pt>
                <c:pt idx="6">
                  <c:v>1.9820551387965679E-3</c:v>
                </c:pt>
                <c:pt idx="7">
                  <c:v>6.2995962798595428E-3</c:v>
                </c:pt>
                <c:pt idx="8">
                  <c:v>1.2357541359961029E-2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F1-4A2B-9B1F-F0AC9A81057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096683120"/>
        <c:axId val="1096679760"/>
      </c:barChart>
      <c:catAx>
        <c:axId val="10966831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6679760"/>
        <c:crosses val="autoZero"/>
        <c:auto val="1"/>
        <c:lblAlgn val="ctr"/>
        <c:lblOffset val="100"/>
        <c:noMultiLvlLbl val="0"/>
      </c:catAx>
      <c:valAx>
        <c:axId val="109667976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66831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top_mig_contries!$X$37</c:f>
              <c:strCache>
                <c:ptCount val="1"/>
                <c:pt idx="0">
                  <c:v>percentage_ECU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top_mig_contries!$V$38:$V$46</c:f>
              <c:strCache>
                <c:ptCount val="9"/>
                <c:pt idx="0">
                  <c:v>Venezuela</c:v>
                </c:pt>
                <c:pt idx="1">
                  <c:v>Colombia</c:v>
                </c:pt>
                <c:pt idx="2">
                  <c:v>Perú</c:v>
                </c:pt>
                <c:pt idx="3">
                  <c:v>España</c:v>
                </c:pt>
                <c:pt idx="4">
                  <c:v>Brasil</c:v>
                </c:pt>
                <c:pt idx="5">
                  <c:v>Bolivia</c:v>
                </c:pt>
                <c:pt idx="6">
                  <c:v>Cuba</c:v>
                </c:pt>
                <c:pt idx="7">
                  <c:v>Argentina</c:v>
                </c:pt>
                <c:pt idx="8">
                  <c:v>República Dominicana</c:v>
                </c:pt>
              </c:strCache>
            </c:strRef>
          </c:cat>
          <c:val>
            <c:numRef>
              <c:f>top_mig_contries!$X$38:$X$46</c:f>
              <c:numCache>
                <c:formatCode>0.0%</c:formatCode>
                <c:ptCount val="9"/>
                <c:pt idx="0">
                  <c:v>0.47112470865249628</c:v>
                </c:pt>
                <c:pt idx="1">
                  <c:v>0.31509599089622498</c:v>
                </c:pt>
                <c:pt idx="2">
                  <c:v>5.0650417804718018E-2</c:v>
                </c:pt>
                <c:pt idx="3">
                  <c:v>3.4538690000772483E-2</c:v>
                </c:pt>
                <c:pt idx="4">
                  <c:v>3.01795918494463E-2</c:v>
                </c:pt>
                <c:pt idx="5">
                  <c:v>1.9680283963680271E-2</c:v>
                </c:pt>
                <c:pt idx="6">
                  <c:v>1.210901141166687E-2</c:v>
                </c:pt>
                <c:pt idx="7">
                  <c:v>1.154678594321012E-2</c:v>
                </c:pt>
                <c:pt idx="8">
                  <c:v>9.5573387807235122E-4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1D-42DB-B46B-3F97EFEE0DD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2102675920"/>
        <c:axId val="2102668240"/>
      </c:barChart>
      <c:catAx>
        <c:axId val="21026759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2668240"/>
        <c:crosses val="autoZero"/>
        <c:auto val="1"/>
        <c:lblAlgn val="ctr"/>
        <c:lblOffset val="100"/>
        <c:noMultiLvlLbl val="0"/>
      </c:catAx>
      <c:valAx>
        <c:axId val="21026682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26759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labor_1!$A$8</c:f>
              <c:strCache>
                <c:ptCount val="1"/>
                <c:pt idx="0">
                  <c:v>Inactive share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labor_1!$B$1:$M$2</c:f>
              <c:multiLvlStrCache>
                <c:ptCount val="12"/>
                <c:lvl>
                  <c:pt idx="0">
                    <c:v>Foreign_other</c:v>
                  </c:pt>
                  <c:pt idx="1">
                    <c:v>Native</c:v>
                  </c:pt>
                  <c:pt idx="2">
                    <c:v>Venezuela</c:v>
                  </c:pt>
                  <c:pt idx="3">
                    <c:v>Foreign_other</c:v>
                  </c:pt>
                  <c:pt idx="4">
                    <c:v>Native</c:v>
                  </c:pt>
                  <c:pt idx="5">
                    <c:v>Venezuela</c:v>
                  </c:pt>
                  <c:pt idx="6">
                    <c:v>Foreign_other</c:v>
                  </c:pt>
                  <c:pt idx="7">
                    <c:v>Native</c:v>
                  </c:pt>
                  <c:pt idx="8">
                    <c:v>Venezuela</c:v>
                  </c:pt>
                  <c:pt idx="9">
                    <c:v>Foreign_other</c:v>
                  </c:pt>
                  <c:pt idx="10">
                    <c:v>Native</c:v>
                  </c:pt>
                  <c:pt idx="11">
                    <c:v>Venezuela</c:v>
                  </c:pt>
                </c:lvl>
                <c:lvl>
                  <c:pt idx="0">
                    <c:v>CHL</c:v>
                  </c:pt>
                  <c:pt idx="3">
                    <c:v>COL</c:v>
                  </c:pt>
                  <c:pt idx="6">
                    <c:v>ECU</c:v>
                  </c:pt>
                  <c:pt idx="9">
                    <c:v>PER</c:v>
                  </c:pt>
                </c:lvl>
              </c:multiLvlStrCache>
            </c:multiLvlStrRef>
          </c:cat>
          <c:val>
            <c:numRef>
              <c:f>labor_1!$B$8:$M$8</c:f>
              <c:numCache>
                <c:formatCode>0.0%</c:formatCode>
                <c:ptCount val="12"/>
                <c:pt idx="0">
                  <c:v>0.37068943496474915</c:v>
                </c:pt>
                <c:pt idx="1">
                  <c:v>0.77069760864395542</c:v>
                </c:pt>
                <c:pt idx="2">
                  <c:v>0.37194928604863026</c:v>
                </c:pt>
                <c:pt idx="3">
                  <c:v>0.68790117836724474</c:v>
                </c:pt>
                <c:pt idx="4">
                  <c:v>0.64538702296559403</c:v>
                </c:pt>
                <c:pt idx="5">
                  <c:v>0.51851386170159364</c:v>
                </c:pt>
                <c:pt idx="6">
                  <c:v>0.79752385807068849</c:v>
                </c:pt>
                <c:pt idx="7">
                  <c:v>0.9427977899678659</c:v>
                </c:pt>
                <c:pt idx="8">
                  <c:v>0.50449868383507657</c:v>
                </c:pt>
                <c:pt idx="9">
                  <c:v>0.70704225748355032</c:v>
                </c:pt>
                <c:pt idx="10">
                  <c:v>0.74436273951530418</c:v>
                </c:pt>
                <c:pt idx="11">
                  <c:v>0.56779610101616518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D2-499F-B169-297A93A2F32B}"/>
            </c:ext>
          </c:extLst>
        </c:ser>
        <c:ser>
          <c:idx val="2"/>
          <c:order val="1"/>
          <c:tx>
            <c:strRef>
              <c:f>labor_1!$A$10</c:f>
              <c:strCache>
                <c:ptCount val="1"/>
                <c:pt idx="0">
                  <c:v>Occupied share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multiLvlStrRef>
              <c:f>labor_1!$B$1:$M$2</c:f>
              <c:multiLvlStrCache>
                <c:ptCount val="12"/>
                <c:lvl>
                  <c:pt idx="0">
                    <c:v>Foreign_other</c:v>
                  </c:pt>
                  <c:pt idx="1">
                    <c:v>Native</c:v>
                  </c:pt>
                  <c:pt idx="2">
                    <c:v>Venezuela</c:v>
                  </c:pt>
                  <c:pt idx="3">
                    <c:v>Foreign_other</c:v>
                  </c:pt>
                  <c:pt idx="4">
                    <c:v>Native</c:v>
                  </c:pt>
                  <c:pt idx="5">
                    <c:v>Venezuela</c:v>
                  </c:pt>
                  <c:pt idx="6">
                    <c:v>Foreign_other</c:v>
                  </c:pt>
                  <c:pt idx="7">
                    <c:v>Native</c:v>
                  </c:pt>
                  <c:pt idx="8">
                    <c:v>Venezuela</c:v>
                  </c:pt>
                  <c:pt idx="9">
                    <c:v>Foreign_other</c:v>
                  </c:pt>
                  <c:pt idx="10">
                    <c:v>Native</c:v>
                  </c:pt>
                  <c:pt idx="11">
                    <c:v>Venezuela</c:v>
                  </c:pt>
                </c:lvl>
                <c:lvl>
                  <c:pt idx="0">
                    <c:v>CHL</c:v>
                  </c:pt>
                  <c:pt idx="3">
                    <c:v>COL</c:v>
                  </c:pt>
                  <c:pt idx="6">
                    <c:v>ECU</c:v>
                  </c:pt>
                  <c:pt idx="9">
                    <c:v>PER</c:v>
                  </c:pt>
                </c:lvl>
              </c:multiLvlStrCache>
            </c:multiLvlStrRef>
          </c:cat>
          <c:val>
            <c:numRef>
              <c:f>labor_1!$B$10:$M$10</c:f>
              <c:numCache>
                <c:formatCode>0.0%</c:formatCode>
                <c:ptCount val="12"/>
                <c:pt idx="0">
                  <c:v>0.76696510677429242</c:v>
                </c:pt>
                <c:pt idx="1">
                  <c:v>0.69831438732570295</c:v>
                </c:pt>
                <c:pt idx="2">
                  <c:v>0.82566030645131527</c:v>
                </c:pt>
                <c:pt idx="3">
                  <c:v>0.68339978423971037</c:v>
                </c:pt>
                <c:pt idx="4">
                  <c:v>0.6900942453626685</c:v>
                </c:pt>
                <c:pt idx="5">
                  <c:v>0.68949387143085672</c:v>
                </c:pt>
                <c:pt idx="6">
                  <c:v>0.76734820625560018</c:v>
                </c:pt>
                <c:pt idx="7">
                  <c:v>0.75053549271920283</c:v>
                </c:pt>
                <c:pt idx="8">
                  <c:v>0.80915252525939918</c:v>
                </c:pt>
                <c:pt idx="9">
                  <c:v>0.81749613520069053</c:v>
                </c:pt>
                <c:pt idx="10">
                  <c:v>0.65668513414658047</c:v>
                </c:pt>
                <c:pt idx="11">
                  <c:v>0.77619821741351036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AD2-499F-B169-297A93A2F3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70162032"/>
        <c:axId val="1270162512"/>
      </c:barChart>
      <c:catAx>
        <c:axId val="12701620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0162512"/>
        <c:crosses val="autoZero"/>
        <c:auto val="1"/>
        <c:lblAlgn val="ctr"/>
        <c:lblOffset val="100"/>
        <c:noMultiLvlLbl val="0"/>
      </c:catAx>
      <c:valAx>
        <c:axId val="12701625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01620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labor_1!$A$9</c:f>
              <c:strCache>
                <c:ptCount val="1"/>
                <c:pt idx="0">
                  <c:v>Unemployed share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multiLvlStrRef>
              <c:f>labor_1!$B$1:$M$2</c:f>
              <c:multiLvlStrCache>
                <c:ptCount val="12"/>
                <c:lvl>
                  <c:pt idx="0">
                    <c:v>Foreign_other</c:v>
                  </c:pt>
                  <c:pt idx="1">
                    <c:v>Native</c:v>
                  </c:pt>
                  <c:pt idx="2">
                    <c:v>Venezuela</c:v>
                  </c:pt>
                  <c:pt idx="3">
                    <c:v>Foreign_other</c:v>
                  </c:pt>
                  <c:pt idx="4">
                    <c:v>Native</c:v>
                  </c:pt>
                  <c:pt idx="5">
                    <c:v>Venezuela</c:v>
                  </c:pt>
                  <c:pt idx="6">
                    <c:v>Foreign_other</c:v>
                  </c:pt>
                  <c:pt idx="7">
                    <c:v>Native</c:v>
                  </c:pt>
                  <c:pt idx="8">
                    <c:v>Venezuela</c:v>
                  </c:pt>
                  <c:pt idx="9">
                    <c:v>Foreign_other</c:v>
                  </c:pt>
                  <c:pt idx="10">
                    <c:v>Native</c:v>
                  </c:pt>
                  <c:pt idx="11">
                    <c:v>Venezuela</c:v>
                  </c:pt>
                </c:lvl>
                <c:lvl>
                  <c:pt idx="0">
                    <c:v>CHL</c:v>
                  </c:pt>
                  <c:pt idx="3">
                    <c:v>COL</c:v>
                  </c:pt>
                  <c:pt idx="6">
                    <c:v>ECU</c:v>
                  </c:pt>
                  <c:pt idx="9">
                    <c:v>PER</c:v>
                  </c:pt>
                </c:lvl>
              </c:multiLvlStrCache>
            </c:multiLvlStrRef>
          </c:cat>
          <c:val>
            <c:numRef>
              <c:f>labor_1!$B$9:$M$9</c:f>
              <c:numCache>
                <c:formatCode>0.0%</c:formatCode>
                <c:ptCount val="12"/>
                <c:pt idx="0">
                  <c:v>7.1809583576135191E-2</c:v>
                </c:pt>
                <c:pt idx="1">
                  <c:v>9.0700391301893099E-2</c:v>
                </c:pt>
                <c:pt idx="2">
                  <c:v>5.2692162584599272E-2</c:v>
                </c:pt>
                <c:pt idx="3">
                  <c:v>2.2972973985369297E-2</c:v>
                </c:pt>
                <c:pt idx="4">
                  <c:v>9.5476093562955708E-2</c:v>
                </c:pt>
                <c:pt idx="5">
                  <c:v>0.1051619446376469</c:v>
                </c:pt>
                <c:pt idx="6">
                  <c:v>8.3480804432976511E-3</c:v>
                </c:pt>
                <c:pt idx="7">
                  <c:v>2.4501717963108648E-2</c:v>
                </c:pt>
                <c:pt idx="8">
                  <c:v>1.1778685569066626E-2</c:v>
                </c:pt>
                <c:pt idx="9">
                  <c:v>7.6515177903756282E-2</c:v>
                </c:pt>
                <c:pt idx="10">
                  <c:v>4.5566057573169415E-2</c:v>
                </c:pt>
                <c:pt idx="11">
                  <c:v>1.6293871289224143E-2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DC-4FA0-AA32-0B1E70D228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70162032"/>
        <c:axId val="1270162512"/>
      </c:barChart>
      <c:catAx>
        <c:axId val="12701620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0162512"/>
        <c:crosses val="autoZero"/>
        <c:auto val="1"/>
        <c:lblAlgn val="ctr"/>
        <c:lblOffset val="100"/>
        <c:noMultiLvlLbl val="0"/>
      </c:catAx>
      <c:valAx>
        <c:axId val="12701625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01620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labor_2!$E$1</c:f>
              <c:strCache>
                <c:ptCount val="1"/>
                <c:pt idx="0">
                  <c:v>horastot_ci_wavg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1F3-47BB-979F-419C39C193F2}"/>
              </c:ext>
            </c:extLst>
          </c:dPt>
          <c:dPt>
            <c:idx val="4"/>
            <c:invertIfNegative val="0"/>
            <c:bubble3D val="0"/>
            <c:spPr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1F3-47BB-979F-419C39C193F2}"/>
              </c:ext>
            </c:extLst>
          </c:dPt>
          <c:dPt>
            <c:idx val="5"/>
            <c:invertIfNegative val="0"/>
            <c:bubble3D val="0"/>
            <c:spPr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1F3-47BB-979F-419C39C193F2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61F3-47BB-979F-419C39C193F2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61F3-47BB-979F-419C39C193F2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61F3-47BB-979F-419C39C193F2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61F3-47BB-979F-419C39C193F2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61F3-47BB-979F-419C39C193F2}"/>
              </c:ext>
            </c:extLst>
          </c:dPt>
          <c:dPt>
            <c:idx val="11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61F3-47BB-979F-419C39C193F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labor_2!$B$2:$C$13</c:f>
              <c:multiLvlStrCache>
                <c:ptCount val="12"/>
                <c:lvl>
                  <c:pt idx="0">
                    <c:v> Foreign_other </c:v>
                  </c:pt>
                  <c:pt idx="1">
                    <c:v> Native </c:v>
                  </c:pt>
                  <c:pt idx="2">
                    <c:v> Venezuela </c:v>
                  </c:pt>
                  <c:pt idx="3">
                    <c:v> Foreign_other </c:v>
                  </c:pt>
                  <c:pt idx="4">
                    <c:v> Native </c:v>
                  </c:pt>
                  <c:pt idx="5">
                    <c:v> Venezuela </c:v>
                  </c:pt>
                  <c:pt idx="6">
                    <c:v> Foreign_other </c:v>
                  </c:pt>
                  <c:pt idx="7">
                    <c:v> Native </c:v>
                  </c:pt>
                  <c:pt idx="8">
                    <c:v> Venezuela </c:v>
                  </c:pt>
                  <c:pt idx="9">
                    <c:v> Foreign_other </c:v>
                  </c:pt>
                  <c:pt idx="10">
                    <c:v> Native </c:v>
                  </c:pt>
                  <c:pt idx="11">
                    <c:v> Venezuela </c:v>
                  </c:pt>
                </c:lvl>
                <c:lvl>
                  <c:pt idx="0">
                    <c:v>CHL</c:v>
                  </c:pt>
                  <c:pt idx="3">
                    <c:v>COL</c:v>
                  </c:pt>
                  <c:pt idx="6">
                    <c:v>ECU</c:v>
                  </c:pt>
                  <c:pt idx="9">
                    <c:v>PER</c:v>
                  </c:pt>
                </c:lvl>
              </c:multiLvlStrCache>
            </c:multiLvlStrRef>
          </c:cat>
          <c:val>
            <c:numRef>
              <c:f>labor_2!$E$2:$E$13</c:f>
              <c:numCache>
                <c:formatCode>_(* #,##0.0_);_(* \(#,##0.0\);_(* "-"??_);_(@_)</c:formatCode>
                <c:ptCount val="12"/>
                <c:pt idx="0">
                  <c:v>42.078571452517522</c:v>
                </c:pt>
                <c:pt idx="1">
                  <c:v>40.535845484855493</c:v>
                </c:pt>
                <c:pt idx="2">
                  <c:v>43.364643221887221</c:v>
                </c:pt>
                <c:pt idx="3">
                  <c:v>40.76839286031332</c:v>
                </c:pt>
                <c:pt idx="4">
                  <c:v>44.021384419746568</c:v>
                </c:pt>
                <c:pt idx="5">
                  <c:v>47.814792265856809</c:v>
                </c:pt>
                <c:pt idx="6">
                  <c:v>36.96150953701077</c:v>
                </c:pt>
                <c:pt idx="7">
                  <c:v>35.405001137683513</c:v>
                </c:pt>
                <c:pt idx="8">
                  <c:v>42.810484157992519</c:v>
                </c:pt>
                <c:pt idx="9">
                  <c:v>42.118897052428778</c:v>
                </c:pt>
                <c:pt idx="10">
                  <c:v>48.191912720720183</c:v>
                </c:pt>
                <c:pt idx="11">
                  <c:v>52.249749190936271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61F3-47BB-979F-419C39C193F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295766128"/>
        <c:axId val="1295762768"/>
      </c:barChart>
      <c:catAx>
        <c:axId val="1295766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5762768"/>
        <c:crosses val="autoZero"/>
        <c:auto val="1"/>
        <c:lblAlgn val="ctr"/>
        <c:lblOffset val="100"/>
        <c:noMultiLvlLbl val="0"/>
      </c:catAx>
      <c:valAx>
        <c:axId val="1295762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.0_);_(* \(#,##0.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57661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formality!$A$14</c:f>
              <c:strCache>
                <c:ptCount val="1"/>
                <c:pt idx="0">
                  <c:v>Formal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formality!$B$12:$J$13</c:f>
              <c:multiLvlStrCache>
                <c:ptCount val="9"/>
                <c:lvl>
                  <c:pt idx="0">
                    <c:v>Foreign_other</c:v>
                  </c:pt>
                  <c:pt idx="1">
                    <c:v>Native</c:v>
                  </c:pt>
                  <c:pt idx="2">
                    <c:v>Venezuela</c:v>
                  </c:pt>
                  <c:pt idx="3">
                    <c:v>Foreign_other</c:v>
                  </c:pt>
                  <c:pt idx="4">
                    <c:v>Native</c:v>
                  </c:pt>
                  <c:pt idx="5">
                    <c:v>Venezuela</c:v>
                  </c:pt>
                  <c:pt idx="6">
                    <c:v>Foreign_other</c:v>
                  </c:pt>
                  <c:pt idx="7">
                    <c:v>Native</c:v>
                  </c:pt>
                  <c:pt idx="8">
                    <c:v>Venezuela</c:v>
                  </c:pt>
                </c:lvl>
                <c:lvl>
                  <c:pt idx="0">
                    <c:v>CHL</c:v>
                  </c:pt>
                  <c:pt idx="3">
                    <c:v>COL</c:v>
                  </c:pt>
                  <c:pt idx="6">
                    <c:v>PER</c:v>
                  </c:pt>
                </c:lvl>
              </c:multiLvlStrCache>
            </c:multiLvlStrRef>
          </c:cat>
          <c:val>
            <c:numRef>
              <c:f>formality!$B$14:$J$14</c:f>
              <c:numCache>
                <c:formatCode>0.0%</c:formatCode>
                <c:ptCount val="9"/>
                <c:pt idx="0">
                  <c:v>0.38173830938396647</c:v>
                </c:pt>
                <c:pt idx="1">
                  <c:v>0.34210541398444688</c:v>
                </c:pt>
                <c:pt idx="2">
                  <c:v>0.36115773346283736</c:v>
                </c:pt>
                <c:pt idx="3">
                  <c:v>0.17533385744155661</c:v>
                </c:pt>
                <c:pt idx="4">
                  <c:v>3.2764113115222572E-2</c:v>
                </c:pt>
                <c:pt idx="5">
                  <c:v>0.35604588014642008</c:v>
                </c:pt>
                <c:pt idx="6">
                  <c:v>0.88857115326045621</c:v>
                </c:pt>
                <c:pt idx="7">
                  <c:v>0.79237436510112524</c:v>
                </c:pt>
                <c:pt idx="8">
                  <c:v>0.8939089843495579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C8-464B-88CA-FB8EAC94361B}"/>
            </c:ext>
          </c:extLst>
        </c:ser>
        <c:ser>
          <c:idx val="1"/>
          <c:order val="1"/>
          <c:tx>
            <c:strRef>
              <c:f>formality!$A$15</c:f>
              <c:strCache>
                <c:ptCount val="1"/>
                <c:pt idx="0">
                  <c:v>Informal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multiLvlStrRef>
              <c:f>formality!$B$12:$J$13</c:f>
              <c:multiLvlStrCache>
                <c:ptCount val="9"/>
                <c:lvl>
                  <c:pt idx="0">
                    <c:v>Foreign_other</c:v>
                  </c:pt>
                  <c:pt idx="1">
                    <c:v>Native</c:v>
                  </c:pt>
                  <c:pt idx="2">
                    <c:v>Venezuela</c:v>
                  </c:pt>
                  <c:pt idx="3">
                    <c:v>Foreign_other</c:v>
                  </c:pt>
                  <c:pt idx="4">
                    <c:v>Native</c:v>
                  </c:pt>
                  <c:pt idx="5">
                    <c:v>Venezuela</c:v>
                  </c:pt>
                  <c:pt idx="6">
                    <c:v>Foreign_other</c:v>
                  </c:pt>
                  <c:pt idx="7">
                    <c:v>Native</c:v>
                  </c:pt>
                  <c:pt idx="8">
                    <c:v>Venezuela</c:v>
                  </c:pt>
                </c:lvl>
                <c:lvl>
                  <c:pt idx="0">
                    <c:v>CHL</c:v>
                  </c:pt>
                  <c:pt idx="3">
                    <c:v>COL</c:v>
                  </c:pt>
                  <c:pt idx="6">
                    <c:v>PER</c:v>
                  </c:pt>
                </c:lvl>
              </c:multiLvlStrCache>
            </c:multiLvlStrRef>
          </c:cat>
          <c:val>
            <c:numRef>
              <c:f>formality!$B$15:$J$15</c:f>
              <c:numCache>
                <c:formatCode>0.0%</c:formatCode>
                <c:ptCount val="9"/>
                <c:pt idx="0">
                  <c:v>0.69562683283847038</c:v>
                </c:pt>
                <c:pt idx="1">
                  <c:v>0.75764211744994325</c:v>
                </c:pt>
                <c:pt idx="2">
                  <c:v>0.69446532854872856</c:v>
                </c:pt>
                <c:pt idx="3">
                  <c:v>0.79168990064521616</c:v>
                </c:pt>
                <c:pt idx="4">
                  <c:v>0.96620934991536389</c:v>
                </c:pt>
                <c:pt idx="5">
                  <c:v>0.64197652831159469</c:v>
                </c:pt>
                <c:pt idx="6">
                  <c:v>0.19428365518906696</c:v>
                </c:pt>
                <c:pt idx="7">
                  <c:v>0.25536710216532915</c:v>
                </c:pt>
                <c:pt idx="8">
                  <c:v>0.12265475541042448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4C8-464B-88CA-FB8EAC9436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97170016"/>
        <c:axId val="1097170496"/>
      </c:barChart>
      <c:catAx>
        <c:axId val="1097170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7170496"/>
        <c:crosses val="autoZero"/>
        <c:auto val="1"/>
        <c:lblAlgn val="ctr"/>
        <c:lblOffset val="100"/>
        <c:noMultiLvlLbl val="0"/>
      </c:catAx>
      <c:valAx>
        <c:axId val="10971704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7170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5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0" algn="ctr">
              <a:buSzTx/>
              <a:buFontTx/>
              <a:buNone/>
              <a:defRPr sz="2400"/>
            </a:lvl2pPr>
            <a:lvl3pPr marL="0" indent="0" algn="ctr">
              <a:buSzTx/>
              <a:buFontTx/>
              <a:buNone/>
              <a:defRPr sz="2400"/>
            </a:lvl3pPr>
            <a:lvl4pPr marL="0" indent="0" algn="ctr">
              <a:buSzTx/>
              <a:buFontTx/>
              <a:buNone/>
              <a:defRPr sz="2400"/>
            </a:lvl4pPr>
            <a:lvl5pPr marL="0" indent="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8280854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2542059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90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5142004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9882862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90" cy="823915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0">
              <a:buSzTx/>
              <a:buFontTx/>
              <a:buNone/>
              <a:defRPr sz="2400" b="1"/>
            </a:lvl2pPr>
            <a:lvl3pPr marL="0" indent="0">
              <a:buSzTx/>
              <a:buFontTx/>
              <a:buNone/>
              <a:defRPr sz="2400" b="1"/>
            </a:lvl3pPr>
            <a:lvl4pPr marL="0" indent="0">
              <a:buSzTx/>
              <a:buFontTx/>
              <a:buNone/>
              <a:defRPr sz="2400" b="1"/>
            </a:lvl4pPr>
            <a:lvl5pPr marL="0" indent="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646976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06458478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7235997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2846288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3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0">
              <a:buSzTx/>
              <a:buFontTx/>
              <a:buNone/>
              <a:defRPr sz="1600"/>
            </a:lvl2pPr>
            <a:lvl3pPr marL="0" indent="0">
              <a:buSzTx/>
              <a:buFontTx/>
              <a:buNone/>
              <a:defRPr sz="1600"/>
            </a:lvl3pPr>
            <a:lvl4pPr marL="0" indent="0">
              <a:buSzTx/>
              <a:buFontTx/>
              <a:buNone/>
              <a:defRPr sz="1600"/>
            </a:lvl4pPr>
            <a:lvl5pPr marL="0" indent="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6897389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le Text"/>
          <p:cNvSpPr txBox="1">
            <a:spLocks noGrp="1"/>
          </p:cNvSpPr>
          <p:nvPr>
            <p:ph type="title"/>
          </p:nvPr>
        </p:nvSpPr>
        <p:spPr>
          <a:xfrm>
            <a:off x="1725227" y="990970"/>
            <a:ext cx="8741548" cy="642524"/>
          </a:xfrm>
          <a:prstGeom prst="rect">
            <a:avLst/>
          </a:prstGeom>
        </p:spPr>
        <p:txBody>
          <a:bodyPr/>
          <a:lstStyle>
            <a:lvl1pPr algn="ctr"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93" name="Straight Connector 5"/>
          <p:cNvSpPr/>
          <p:nvPr/>
        </p:nvSpPr>
        <p:spPr>
          <a:xfrm flipV="1">
            <a:off x="5962834" y="724640"/>
            <a:ext cx="266333" cy="266331"/>
          </a:xfrm>
          <a:prstGeom prst="line">
            <a:avLst/>
          </a:prstGeom>
          <a:ln w="25400">
            <a:solidFill>
              <a:schemeClr val="accent1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grpSp>
        <p:nvGrpSpPr>
          <p:cNvPr id="97" name="Group 17"/>
          <p:cNvGrpSpPr/>
          <p:nvPr/>
        </p:nvGrpSpPr>
        <p:grpSpPr>
          <a:xfrm>
            <a:off x="-5" y="1151444"/>
            <a:ext cx="985432" cy="985426"/>
            <a:chOff x="-1" y="-1"/>
            <a:chExt cx="985430" cy="985425"/>
          </a:xfrm>
        </p:grpSpPr>
        <p:sp>
          <p:nvSpPr>
            <p:cNvPr id="94" name="Straight Connector 9"/>
            <p:cNvSpPr/>
            <p:nvPr/>
          </p:nvSpPr>
          <p:spPr>
            <a:xfrm flipV="1">
              <a:off x="-2" y="-1"/>
              <a:ext cx="985430" cy="985426"/>
            </a:xfrm>
            <a:prstGeom prst="line">
              <a:avLst/>
            </a:prstGeom>
            <a:noFill/>
            <a:ln w="6350" cap="flat">
              <a:solidFill>
                <a:srgbClr val="000000">
                  <a:alpha val="20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5" name="Straight Connector 11"/>
            <p:cNvSpPr/>
            <p:nvPr/>
          </p:nvSpPr>
          <p:spPr>
            <a:xfrm flipH="1">
              <a:off x="985426" y="-1"/>
              <a:ext cx="2" cy="575248"/>
            </a:xfrm>
            <a:prstGeom prst="line">
              <a:avLst/>
            </a:prstGeom>
            <a:noFill/>
            <a:ln w="6350" cap="flat">
              <a:solidFill>
                <a:srgbClr val="000000">
                  <a:alpha val="20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6" name="Straight Connector 12"/>
            <p:cNvSpPr/>
            <p:nvPr/>
          </p:nvSpPr>
          <p:spPr>
            <a:xfrm flipH="1" flipV="1">
              <a:off x="407990" y="-2"/>
              <a:ext cx="577440" cy="4"/>
            </a:xfrm>
            <a:prstGeom prst="line">
              <a:avLst/>
            </a:prstGeom>
            <a:noFill/>
            <a:ln w="6350" cap="flat">
              <a:solidFill>
                <a:srgbClr val="000000">
                  <a:alpha val="20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98" name="Straight Connector 18"/>
          <p:cNvSpPr/>
          <p:nvPr/>
        </p:nvSpPr>
        <p:spPr>
          <a:xfrm flipV="1">
            <a:off x="10466771" y="4670684"/>
            <a:ext cx="1730120" cy="1730116"/>
          </a:xfrm>
          <a:prstGeom prst="line">
            <a:avLst/>
          </a:prstGeom>
          <a:ln w="6350">
            <a:solidFill>
              <a:srgbClr val="000000">
                <a:alpha val="20000"/>
              </a:srgbClr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028204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aption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53;p10"/>
          <p:cNvSpPr/>
          <p:nvPr/>
        </p:nvSpPr>
        <p:spPr>
          <a:xfrm>
            <a:off x="-3" y="11"/>
            <a:ext cx="12195178" cy="6859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  <a:moveTo>
                  <a:pt x="20362" y="7052"/>
                </a:moveTo>
                <a:lnTo>
                  <a:pt x="19423" y="8720"/>
                </a:lnTo>
                <a:lnTo>
                  <a:pt x="18483" y="7049"/>
                </a:lnTo>
                <a:lnTo>
                  <a:pt x="17543" y="8720"/>
                </a:lnTo>
                <a:lnTo>
                  <a:pt x="16605" y="7052"/>
                </a:lnTo>
                <a:lnTo>
                  <a:pt x="17545" y="5381"/>
                </a:lnTo>
                <a:lnTo>
                  <a:pt x="16605" y="3710"/>
                </a:lnTo>
                <a:lnTo>
                  <a:pt x="17543" y="2042"/>
                </a:lnTo>
                <a:lnTo>
                  <a:pt x="18483" y="3713"/>
                </a:lnTo>
                <a:lnTo>
                  <a:pt x="19423" y="2042"/>
                </a:lnTo>
                <a:lnTo>
                  <a:pt x="20362" y="3710"/>
                </a:lnTo>
                <a:lnTo>
                  <a:pt x="19422" y="5381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blurRad="139700" dist="9525" dir="5400000" rotWithShape="0">
              <a:srgbClr val="20124D">
                <a:alpha val="40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 sz="2400"/>
            </a:pPr>
            <a:endParaRPr/>
          </a:p>
        </p:txBody>
      </p:sp>
      <p:sp>
        <p:nvSpPr>
          <p:cNvPr id="10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60767" y="5468665"/>
            <a:ext cx="9908000" cy="692803"/>
          </a:xfrm>
          <a:prstGeom prst="rect">
            <a:avLst/>
          </a:prstGeom>
        </p:spPr>
        <p:txBody>
          <a:bodyPr lIns="0" tIns="0" rIns="0" bIns="0"/>
          <a:lstStyle>
            <a:lvl1pPr marL="0" indent="304792">
              <a:spcBef>
                <a:spcPts val="400"/>
              </a:spcBef>
              <a:buSzTx/>
              <a:buFontTx/>
              <a:buNone/>
              <a:defRPr sz="2400"/>
            </a:lvl1pPr>
            <a:lvl2pPr marL="990592" indent="-228600">
              <a:spcBef>
                <a:spcPts val="400"/>
              </a:spcBef>
              <a:buFontTx/>
              <a:defRPr sz="2400"/>
            </a:lvl2pPr>
            <a:lvl3pPr marL="1493511" indent="-274319">
              <a:spcBef>
                <a:spcPts val="400"/>
              </a:spcBef>
              <a:buFontTx/>
              <a:defRPr sz="2400"/>
            </a:lvl3pPr>
            <a:lvl4pPr marL="1981192" indent="-304800">
              <a:spcBef>
                <a:spcPts val="400"/>
              </a:spcBef>
              <a:buFontTx/>
              <a:defRPr sz="2400"/>
            </a:lvl4pPr>
            <a:lvl5pPr marL="2438392" indent="-304800">
              <a:spcBef>
                <a:spcPts val="400"/>
              </a:spcBef>
              <a:buFontTx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70261" y="6415502"/>
            <a:ext cx="167184" cy="156866"/>
          </a:xfrm>
          <a:prstGeom prst="rect">
            <a:avLst/>
          </a:prstGeom>
        </p:spPr>
        <p:txBody>
          <a:bodyPr lIns="0" tIns="0" rIns="0" bIns="0"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54656026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78982" y="438594"/>
            <a:ext cx="11434035" cy="30582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SzTx/>
              <a:buFontTx/>
              <a:buNone/>
              <a:defRPr sz="2200">
                <a:solidFill>
                  <a:srgbClr val="363F49"/>
                </a:solidFill>
                <a:latin typeface="Lato Regular"/>
                <a:ea typeface="Lato Regular"/>
                <a:cs typeface="Lato Regular"/>
                <a:sym typeface="Lato Regular"/>
              </a:defRPr>
            </a:lvl1pPr>
            <a:lvl2pPr marL="666750" indent="-209550" algn="ctr">
              <a:buFontTx/>
              <a:defRPr sz="2200">
                <a:solidFill>
                  <a:srgbClr val="363F49"/>
                </a:solidFill>
                <a:latin typeface="Lato Regular"/>
                <a:ea typeface="Lato Regular"/>
                <a:cs typeface="Lato Regular"/>
                <a:sym typeface="Lato Regular"/>
              </a:defRPr>
            </a:lvl2pPr>
            <a:lvl3pPr marL="1165860" indent="-251460" algn="ctr">
              <a:buFontTx/>
              <a:defRPr sz="2200">
                <a:solidFill>
                  <a:srgbClr val="363F49"/>
                </a:solidFill>
                <a:latin typeface="Lato Regular"/>
                <a:ea typeface="Lato Regular"/>
                <a:cs typeface="Lato Regular"/>
                <a:sym typeface="Lato Regular"/>
              </a:defRPr>
            </a:lvl3pPr>
            <a:lvl4pPr marL="1651000" indent="-279400" algn="ctr">
              <a:buFontTx/>
              <a:defRPr sz="2200">
                <a:solidFill>
                  <a:srgbClr val="363F49"/>
                </a:solidFill>
                <a:latin typeface="Lato Regular"/>
                <a:ea typeface="Lato Regular"/>
                <a:cs typeface="Lato Regular"/>
                <a:sym typeface="Lato Regular"/>
              </a:defRPr>
            </a:lvl4pPr>
            <a:lvl5pPr marL="2108200" indent="-279400" algn="ctr">
              <a:buFontTx/>
              <a:defRPr sz="2200">
                <a:solidFill>
                  <a:srgbClr val="363F49"/>
                </a:solidFill>
                <a:latin typeface="Lato Regular"/>
                <a:ea typeface="Lato Regular"/>
                <a:cs typeface="Lato Regular"/>
                <a:sym typeface="Lato Regular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6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400843" y="800104"/>
            <a:ext cx="11390315" cy="241940"/>
          </a:xfrm>
          <a:prstGeom prst="rect">
            <a:avLst/>
          </a:prstGeom>
        </p:spPr>
        <p:txBody>
          <a:bodyPr/>
          <a:lstStyle/>
          <a:p>
            <a:pPr marL="102869" indent="-102869" defTabSz="411479">
              <a:spcBef>
                <a:spcPts val="400"/>
              </a:spcBef>
              <a:defRPr sz="1260"/>
            </a:pPr>
            <a:endParaRPr/>
          </a:p>
        </p:txBody>
      </p:sp>
      <p:grpSp>
        <p:nvGrpSpPr>
          <p:cNvPr id="119" name="Group 2"/>
          <p:cNvGrpSpPr/>
          <p:nvPr/>
        </p:nvGrpSpPr>
        <p:grpSpPr>
          <a:xfrm>
            <a:off x="331889" y="6317835"/>
            <a:ext cx="1602616" cy="284174"/>
            <a:chOff x="0" y="-1"/>
            <a:chExt cx="1602615" cy="284173"/>
          </a:xfrm>
        </p:grpSpPr>
        <p:sp>
          <p:nvSpPr>
            <p:cNvPr id="117" name="TextBox 10"/>
            <p:cNvSpPr txBox="1"/>
            <p:nvPr/>
          </p:nvSpPr>
          <p:spPr>
            <a:xfrm>
              <a:off x="353097" y="16649"/>
              <a:ext cx="1249518" cy="1960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800">
                  <a:solidFill>
                    <a:srgbClr val="808080"/>
                  </a:solidFill>
                </a:defRPr>
              </a:lvl1pPr>
            </a:lstStyle>
            <a:p>
              <a:r>
                <a:t>Mevo Creative Presentation</a:t>
              </a:r>
            </a:p>
          </p:txBody>
        </p:sp>
        <p:pic>
          <p:nvPicPr>
            <p:cNvPr id="118" name="Picture 1" descr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" y="-2"/>
              <a:ext cx="316711" cy="2841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20" name="Hexagon 13"/>
          <p:cNvSpPr/>
          <p:nvPr/>
        </p:nvSpPr>
        <p:spPr>
          <a:xfrm>
            <a:off x="11562663" y="6327166"/>
            <a:ext cx="307380" cy="2649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4655" y="0"/>
                </a:lnTo>
                <a:lnTo>
                  <a:pt x="16945" y="0"/>
                </a:lnTo>
                <a:lnTo>
                  <a:pt x="21600" y="10800"/>
                </a:lnTo>
                <a:lnTo>
                  <a:pt x="16945" y="21600"/>
                </a:lnTo>
                <a:lnTo>
                  <a:pt x="4655" y="2160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BFBFB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1" name="Picture Placeholder 4"/>
          <p:cNvSpPr>
            <a:spLocks noGrp="1"/>
          </p:cNvSpPr>
          <p:nvPr>
            <p:ph type="pic" sz="quarter" idx="22"/>
          </p:nvPr>
        </p:nvSpPr>
        <p:spPr>
          <a:xfrm>
            <a:off x="1412875" y="2202287"/>
            <a:ext cx="2128816" cy="283593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2" name="Picture Placeholder 4"/>
          <p:cNvSpPr>
            <a:spLocks noGrp="1"/>
          </p:cNvSpPr>
          <p:nvPr>
            <p:ph type="pic" sz="quarter" idx="23"/>
          </p:nvPr>
        </p:nvSpPr>
        <p:spPr>
          <a:xfrm>
            <a:off x="3898300" y="3108063"/>
            <a:ext cx="1057278" cy="187880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13995" y="6377527"/>
            <a:ext cx="207126" cy="196014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rgbClr val="4B5554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805442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78982" y="438594"/>
            <a:ext cx="11434035" cy="30582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SzTx/>
              <a:buFontTx/>
              <a:buNone/>
              <a:defRPr sz="2200">
                <a:solidFill>
                  <a:srgbClr val="363F49"/>
                </a:solidFill>
                <a:latin typeface="Lato Regular"/>
                <a:ea typeface="Lato Regular"/>
                <a:cs typeface="Lato Regular"/>
                <a:sym typeface="Lato Regular"/>
              </a:defRPr>
            </a:lvl1pPr>
            <a:lvl2pPr marL="666750" indent="-209550" algn="ctr">
              <a:buFontTx/>
              <a:defRPr sz="2200">
                <a:solidFill>
                  <a:srgbClr val="363F49"/>
                </a:solidFill>
                <a:latin typeface="Lato Regular"/>
                <a:ea typeface="Lato Regular"/>
                <a:cs typeface="Lato Regular"/>
                <a:sym typeface="Lato Regular"/>
              </a:defRPr>
            </a:lvl2pPr>
            <a:lvl3pPr marL="1165860" indent="-251460" algn="ctr">
              <a:buFontTx/>
              <a:defRPr sz="2200">
                <a:solidFill>
                  <a:srgbClr val="363F49"/>
                </a:solidFill>
                <a:latin typeface="Lato Regular"/>
                <a:ea typeface="Lato Regular"/>
                <a:cs typeface="Lato Regular"/>
                <a:sym typeface="Lato Regular"/>
              </a:defRPr>
            </a:lvl3pPr>
            <a:lvl4pPr marL="1651000" indent="-279400" algn="ctr">
              <a:buFontTx/>
              <a:defRPr sz="2200">
                <a:solidFill>
                  <a:srgbClr val="363F49"/>
                </a:solidFill>
                <a:latin typeface="Lato Regular"/>
                <a:ea typeface="Lato Regular"/>
                <a:cs typeface="Lato Regular"/>
                <a:sym typeface="Lato Regular"/>
              </a:defRPr>
            </a:lvl4pPr>
            <a:lvl5pPr marL="2108200" indent="-279400" algn="ctr">
              <a:buFontTx/>
              <a:defRPr sz="2200">
                <a:solidFill>
                  <a:srgbClr val="363F49"/>
                </a:solidFill>
                <a:latin typeface="Lato Regular"/>
                <a:ea typeface="Lato Regular"/>
                <a:cs typeface="Lato Regular"/>
                <a:sym typeface="Lato Regular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400843" y="800104"/>
            <a:ext cx="11390315" cy="241940"/>
          </a:xfrm>
          <a:prstGeom prst="rect">
            <a:avLst/>
          </a:prstGeom>
        </p:spPr>
        <p:txBody>
          <a:bodyPr/>
          <a:lstStyle/>
          <a:p>
            <a:pPr marL="102869" indent="-102869" defTabSz="411479">
              <a:spcBef>
                <a:spcPts val="400"/>
              </a:spcBef>
              <a:defRPr sz="1260"/>
            </a:pPr>
            <a:endParaRPr/>
          </a:p>
        </p:txBody>
      </p:sp>
      <p:grpSp>
        <p:nvGrpSpPr>
          <p:cNvPr id="134" name="Group 2"/>
          <p:cNvGrpSpPr/>
          <p:nvPr/>
        </p:nvGrpSpPr>
        <p:grpSpPr>
          <a:xfrm>
            <a:off x="331889" y="6317835"/>
            <a:ext cx="1602616" cy="284174"/>
            <a:chOff x="0" y="-1"/>
            <a:chExt cx="1602615" cy="284173"/>
          </a:xfrm>
        </p:grpSpPr>
        <p:sp>
          <p:nvSpPr>
            <p:cNvPr id="132" name="TextBox 10"/>
            <p:cNvSpPr txBox="1"/>
            <p:nvPr/>
          </p:nvSpPr>
          <p:spPr>
            <a:xfrm>
              <a:off x="353097" y="16649"/>
              <a:ext cx="1249518" cy="1960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800">
                  <a:solidFill>
                    <a:srgbClr val="808080"/>
                  </a:solidFill>
                </a:defRPr>
              </a:lvl1pPr>
            </a:lstStyle>
            <a:p>
              <a:r>
                <a:t>Mevo Creative Presentation</a:t>
              </a:r>
            </a:p>
          </p:txBody>
        </p:sp>
        <p:pic>
          <p:nvPicPr>
            <p:cNvPr id="133" name="Picture 1" descr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" y="-2"/>
              <a:ext cx="316711" cy="2841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35" name="Hexagon 13"/>
          <p:cNvSpPr/>
          <p:nvPr/>
        </p:nvSpPr>
        <p:spPr>
          <a:xfrm>
            <a:off x="11562663" y="6327166"/>
            <a:ext cx="307380" cy="2649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4655" y="0"/>
                </a:lnTo>
                <a:lnTo>
                  <a:pt x="16945" y="0"/>
                </a:lnTo>
                <a:lnTo>
                  <a:pt x="21600" y="10800"/>
                </a:lnTo>
                <a:lnTo>
                  <a:pt x="16945" y="21600"/>
                </a:lnTo>
                <a:lnTo>
                  <a:pt x="4655" y="2160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BFBFB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13995" y="6377527"/>
            <a:ext cx="207126" cy="196014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rgbClr val="4B5554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0058339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7256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8" marR="0" indent="-320038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Lorem ipsum dolor sit amet,…"/>
          <p:cNvSpPr txBox="1"/>
          <p:nvPr/>
        </p:nvSpPr>
        <p:spPr>
          <a:xfrm>
            <a:off x="1608844" y="2466503"/>
            <a:ext cx="10358545" cy="1384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 hangingPunct="0">
              <a:defRPr sz="2800" b="1">
                <a:solidFill>
                  <a:srgbClr val="1E3249"/>
                </a:solidFill>
                <a:latin typeface="Montserrat-SemiBold"/>
                <a:ea typeface="Montserrat-SemiBold"/>
                <a:cs typeface="Montserrat-SemiBold"/>
                <a:sym typeface="Montserrat-SemiBold"/>
              </a:defRPr>
            </a:pPr>
            <a:r>
              <a:rPr lang="en-US" sz="2800" b="1" kern="0">
                <a:solidFill>
                  <a:srgbClr val="1E3249"/>
                </a:solidFill>
                <a:latin typeface="Montserrat Black" pitchFamily="2" charset="0"/>
                <a:sym typeface="Montserrat-SemiBold"/>
              </a:rPr>
              <a:t>How Do Migrants Fare in Latin America and the Caribbean?: Mapping Socio-Economic Integration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1E3249"/>
                </a:solidFill>
                <a:latin typeface="Montserrat-SemiBold"/>
                <a:ea typeface="Montserrat-SemiBold"/>
                <a:cs typeface="Montserrat-SemiBold"/>
                <a:sym typeface="Montserrat-SemiBold"/>
              </a:defRPr>
            </a:pPr>
            <a:r>
              <a:rPr kumimoji="0" lang="es-ES" sz="2800" b="1" i="0" u="none" strike="noStrike" kern="0" cap="none" spc="0" normalizeH="0" baseline="0" noProof="0">
                <a:ln>
                  <a:noFill/>
                </a:ln>
                <a:solidFill>
                  <a:srgbClr val="1E3249"/>
                </a:solidFill>
                <a:effectLst/>
                <a:uLnTx/>
                <a:uFillTx/>
                <a:latin typeface="Montserrat Black" pitchFamily="2" charset="0"/>
                <a:sym typeface="Montserrat-SemiBold"/>
              </a:rPr>
              <a:t> </a:t>
            </a:r>
          </a:p>
        </p:txBody>
      </p:sp>
      <p:pic>
        <p:nvPicPr>
          <p:cNvPr id="6" name="Picture 5" descr="A cover of a book&#10;&#10;AI-generated content may be incorrect.">
            <a:extLst>
              <a:ext uri="{FF2B5EF4-FFF2-40B4-BE49-F238E27FC236}">
                <a16:creationId xmlns:a16="http://schemas.microsoft.com/office/drawing/2014/main" id="{0EF9D276-038B-3A92-01F1-20A192B5F6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88" t="92338" r="23775" b="-1756"/>
          <a:stretch>
            <a:fillRect/>
          </a:stretch>
        </p:blipFill>
        <p:spPr>
          <a:xfrm>
            <a:off x="10204983" y="5534565"/>
            <a:ext cx="1762406" cy="1323435"/>
          </a:xfrm>
          <a:prstGeom prst="rect">
            <a:avLst/>
          </a:prstGeom>
        </p:spPr>
      </p:pic>
      <p:pic>
        <p:nvPicPr>
          <p:cNvPr id="9" name="Picture 8" descr="A cover of a book&#10;&#10;AI-generated content may be incorrect.">
            <a:extLst>
              <a:ext uri="{FF2B5EF4-FFF2-40B4-BE49-F238E27FC236}">
                <a16:creationId xmlns:a16="http://schemas.microsoft.com/office/drawing/2014/main" id="{BBDAB45A-08F5-DCB7-58D7-91751DED4A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50" b="37475"/>
          <a:stretch>
            <a:fillRect/>
          </a:stretch>
        </p:blipFill>
        <p:spPr>
          <a:xfrm rot="5400000">
            <a:off x="-2717799" y="2721603"/>
            <a:ext cx="6858003" cy="142240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6F4763FC-8664-941F-67BC-6C8D4D1907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6389204"/>
              </p:ext>
            </p:extLst>
          </p:nvPr>
        </p:nvGraphicFramePr>
        <p:xfrm>
          <a:off x="130175" y="692150"/>
          <a:ext cx="5946775" cy="2736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B25184D2-C3AC-6F4A-67D4-421C9548AE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8543679"/>
              </p:ext>
            </p:extLst>
          </p:nvPr>
        </p:nvGraphicFramePr>
        <p:xfrm>
          <a:off x="6076950" y="450716"/>
          <a:ext cx="5965825" cy="2736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32EC2CE-D724-807B-9E9A-49439B9BA0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2332576"/>
              </p:ext>
            </p:extLst>
          </p:nvPr>
        </p:nvGraphicFramePr>
        <p:xfrm>
          <a:off x="3433292" y="3670434"/>
          <a:ext cx="5943600" cy="273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68912127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650A3B0A-FA16-FF9D-A770-8D51353DC3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7618949"/>
              </p:ext>
            </p:extLst>
          </p:nvPr>
        </p:nvGraphicFramePr>
        <p:xfrm>
          <a:off x="111572" y="1497805"/>
          <a:ext cx="5632450" cy="38623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65C7B06B-D9C7-4C2A-8738-C4AC7500BF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3921462"/>
              </p:ext>
            </p:extLst>
          </p:nvPr>
        </p:nvGraphicFramePr>
        <p:xfrm>
          <a:off x="6096000" y="1496217"/>
          <a:ext cx="5635625" cy="38655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67012361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F97F9E7-E4FE-4966-4C50-240F7E65B9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3974459"/>
              </p:ext>
            </p:extLst>
          </p:nvPr>
        </p:nvGraphicFramePr>
        <p:xfrm>
          <a:off x="2757487" y="1277077"/>
          <a:ext cx="6677025" cy="36083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1493502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D2550A9-A416-456F-CA1D-6515B8F949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5776546"/>
              </p:ext>
            </p:extLst>
          </p:nvPr>
        </p:nvGraphicFramePr>
        <p:xfrm>
          <a:off x="3271971" y="1382449"/>
          <a:ext cx="5648057" cy="40931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8903485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Inter-American Development Bank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Romero Esteban, Steffanny</dc:creator>
  <cp:revision>1</cp:revision>
  <dcterms:created xsi:type="dcterms:W3CDTF">2026-02-05T18:55:23Z</dcterms:created>
  <dcterms:modified xsi:type="dcterms:W3CDTF">2026-02-05T20:36:00Z</dcterms:modified>
</cp:coreProperties>
</file>